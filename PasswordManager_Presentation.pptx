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9B4FA"/>
                </a:solidFill>
              </a:rPr>
              <a:t>🔐  Secure Password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DD6F4"/>
                </a:solidFill>
              </a:rPr>
              <a:t>with End-to-End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6ADC8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6ADC8"/>
                </a:solidFill>
              </a:rPr>
              <a:t>AES-256-GCM  ·  PBKDF2  ·  PyQt5  ·  SQLite  ·  HIBP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DD6F4"/>
                </a:solidFill>
              </a:rPr>
              <a:t>Seif Badreldin  ·  Shrouk Adel  ·  Kareem Abdelalim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6ADC8"/>
                </a:solidFill>
              </a:rPr>
              <a:t>Project 4  —  Security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38BA8"/>
                </a:solidFill>
              </a:rPr>
              <a:t>⚠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👤  81%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070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of data breaches involve weak or reused passwords  (Verizon DBIR)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🔁  Password 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214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Average user reuses the same password across 14 different sites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📋  Poor Habits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358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Passwords stored in notes apps, browsers, or plain text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🌐  Cloud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9502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Online password managers sync to servers — single point of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🎯  The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646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DD6F4"/>
                </a:solidFill>
              </a:rPr>
              <a:t>A local, encrypted vault that never touches the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A6E3A1"/>
                </a:solidFill>
              </a:rPr>
              <a:t>💡 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Encrypted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Every password encrypted with AES-256-GCM before touching disk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Master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7373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PBKDF2 key derivation — 150,000 iterations — never stored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834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Password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918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Cryptographically secure (secrets module) — weak / medium / strong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4320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834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Breach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2918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Offline HIBP SHA-1 hash database — 220+ known leaked passwords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8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89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Strength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8463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Live entropy calculation + color-coded strength indicator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29768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389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100% Local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8463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Zero network calls — vault never leaves your machine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9B4FA"/>
                </a:solidFill>
              </a:rPr>
              <a:t>🔐  Zero-Knowledge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DD6F4"/>
                </a:solidFill>
              </a:rPr>
              <a:t>How your master password protects everything: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103120" cy="640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9B4FA"/>
                </a:solidFill>
              </a:rPr>
              <a:t>Master 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ADC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28800"/>
            <a:ext cx="2103120" cy="640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39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ADC8"/>
                </a:solidFill>
              </a:rPr>
              <a:t>PBKDF2  (150,000 rounds + Salt)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ADC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828800"/>
            <a:ext cx="2103120" cy="640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E3A1"/>
                </a:solidFill>
              </a:rPr>
              <a:t>256-bit Encryption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ADC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59" y="1828800"/>
            <a:ext cx="2103120" cy="640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79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6E3A1"/>
                </a:solidFill>
              </a:rPr>
              <a:t>AES-256-GCM  →  Ciphertext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9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ADC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828800"/>
            <a:ext cx="2103120" cy="6400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29800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38BA8"/>
                </a:solidFill>
              </a:rPr>
              <a:t>vault.db  (unreadable without key)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3464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🚫  Master password NEVER stored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auth.json holds only the PBKDF2 hash — irreversible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83464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🔒  Passwords NEVER in plaintext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29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Only ciphertext written to vault.db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9768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💾  Decryption in RAM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Plaintext exists only in memory during session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97680"/>
            <a:ext cx="566928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6E3A1"/>
                </a:solidFill>
              </a:rPr>
              <a:t>📵  Zero network 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892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No data ever sent to any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9B4FA"/>
                </a:solidFill>
              </a:rPr>
              <a:t>🛠  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Python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Core language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280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PyQt5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7373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Desktop GUI framework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14600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06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PyCryptodome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063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AES-256-GCM + PBKDF2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514600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651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6060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063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Local encrypted vault 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3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secrets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89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Cryptographic random 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931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hashlib SHA-1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3891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HIBP-format breach hashing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66359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303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25779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hmac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71499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Constant-time password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166359"/>
            <a:ext cx="5669280" cy="11887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5303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DD6F4"/>
                </a:solidFill>
              </a:rPr>
              <a:t>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25779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9B4FA"/>
                </a:solidFill>
              </a:rPr>
              <a:t>ctypes / WinRT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5714999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ADC8"/>
                </a:solidFill>
              </a:rPr>
              <a:t>Win32 + clipboard history clearing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38BA8"/>
                </a:solidFill>
              </a:rPr>
              <a:t>🛡  Security Features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161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AES-256-GCM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2161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Authenticated encryption — detects tampering via auth 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55648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PBKDF2  150k rounds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Brute-force cost: 150,000× slower than a single hash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68296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41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Unique salt/nonce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441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Every entry encrypted differently — no pattern leakage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80944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SHA-1 breach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540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Password hashed before lookup — plaintext never in breach 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93592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66674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hmac.compare_digest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6667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Constant-time comparison — prevents timing side-channel attacks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06240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79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Parameterised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793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All DB queries use ? placeholders — SQL injection impossible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18888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Clipboard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892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Win32 EmptyClipboard + WinRT ClearHistory — full wipe after 10s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431536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5046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No network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5046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Verified: zero imports of requests/urllib/socket/http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A6E3A1"/>
                </a:solidFill>
              </a:rPr>
              <a:t>▶  Live Demo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" y="1216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161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First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2161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Show Create Vault dialog — master password setup with PBKDF2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55648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755648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8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Enter master password — vault unlocks, decryption in 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68296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368296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" y="2441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4414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Breach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441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Type  123456  →  red ⚠ BREACHED label fires instantly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80944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2980944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8" y="3054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05409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Strength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0540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Type a weak vs strong password — live entropy bits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93592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593592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" y="36667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6667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Generate Password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66674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Click Generate — strong password created with secrets module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06240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4206240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" y="4279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793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Save Password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2793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Fill site/username/category — blocked if breached or reused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818888"/>
            <a:ext cx="11612880" cy="566928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74320" y="4818888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Clipboard Clear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4892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Copy password — wait 10s — check Win+V history is wiped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31536"/>
            <a:ext cx="11612880" cy="566928"/>
          </a:xfrm>
          <a:prstGeom prst="rect">
            <a:avLst/>
          </a:prstGeom>
          <a:solidFill>
            <a:srgbClr val="282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5431536"/>
            <a:ext cx="502920" cy="566928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2608" y="55046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1E2E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50468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9B4FA"/>
                </a:solidFill>
              </a:rPr>
              <a:t>Search Vault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55046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DD6F4"/>
                </a:solidFill>
              </a:rPr>
              <a:t>Type in search box — live filter by site or username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88952" cy="914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9B4FA"/>
                </a:solidFill>
              </a:rPr>
              <a:t>❓  Anticipated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12880" cy="868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Q: Why AES-GCM and not AES-CBC?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A: GCM provides authenticated encryption — detects tampering. CBC only encrypts, no integrity check.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75688"/>
            <a:ext cx="11612880" cy="868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Q: What if master password is forgotten?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511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A: Vault cannot be recovered — by design. No backdoor = true zero-knowledge.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08376"/>
            <a:ext cx="11612880" cy="868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Q: Why PBKDF2 with 150,000 rounds?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838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A: Each guess costs 150k hash operations. At 1B guesses/sec: ~41 hours per attempt.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41064"/>
            <a:ext cx="11612880" cy="868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98678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Q: Is the breach database up to date?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165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A: Uses HIBP SHA-1 format. Admin can append new hashes to breached.txt any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73752"/>
            <a:ext cx="11612880" cy="868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91947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6E3A1"/>
                </a:solidFill>
              </a:rPr>
              <a:t>Q: What prevents SQL injection?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49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A: All queries use parameterised placeholders (?) — user input never concatenated into SQL.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806440"/>
            <a:ext cx="11612880" cy="86868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58521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A6E3A1"/>
                </a:solidFill>
              </a:rPr>
              <a:t>Q: Why store site/username in plaintext?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81927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ADC8"/>
                </a:solidFill>
              </a:rPr>
              <a:t>A: They are not secret credentials. Encrypting them would break search functionality.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89B4FA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DD6F4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6ADC8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6ADC8"/>
                </a:solidFill>
              </a:rPr>
              <a:t>github.com/seifbadreldinx/PasswordManager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6ADC8"/>
                </a:solidFill>
              </a:rPr>
              <a:t>Seif Badreldin  ·  Shrouk Adel  ·  Kareem Abdelalim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716</Words>
  <Application>Microsoft Office PowerPoint</Application>
  <PresentationFormat>Custom</PresentationFormat>
  <Paragraphs>140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Seif Badreldin</cp:lastModifiedBy>
  <cp:revision>2</cp:revision>
  <dcterms:created xsi:type="dcterms:W3CDTF">2013-01-27T09:14:16Z</dcterms:created>
  <dcterms:modified xsi:type="dcterms:W3CDTF">2026-05-07T18:57:11Z</dcterms:modified>
  <cp:category/>
</cp:coreProperties>
</file>